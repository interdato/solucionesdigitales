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yard_right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81512"/>
          </a:solidFill>
          <a:ln w="12700">
            <a:solidFill>
              <a:srgbClr val="08151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66928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Soluciones de TI para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logística y transporte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03504" y="28986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BDEECF"/>
                </a:solidFill>
              </a:rPr>
              <a:t>Automatización, trazabilidad, datos e IA para operaciones más controladas.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03504" y="3950208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00964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1512"/>
                </a:solidFill>
              </a:rPr>
              <a:t>Propuesta comercial para piso de expo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" y="6181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Interdato · Monterrey, Nuevo León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658368" y="987552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reto no es mover más: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controlar mejor.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85800" y="2121408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DEECF"/>
                </a:solidFill>
              </a:rPr>
              <a:t>En logística y transporte, los errores suelen aparecer cuando la información vive en papel, hojas sueltas o sistemas que no conversan entre sí.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326440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16152" y="323697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Visibilidad incompleta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16152" y="3547872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No se sabe con precisión qué pasó, cuándo pasó y quién lo validó.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40142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216152" y="398678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Procesos manuales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16152" y="4297680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Capturas repetidas, formatos impresos y revisiones tardías.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3232" y="476402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16152" y="473659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Decisiones reactivas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16152" y="5047488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Los datos llegan tarde; los costos e incidencias se detectan después.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twork_right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658368"/>
            <a:ext cx="5394960" cy="5248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530352" y="786384"/>
            <a:ext cx="54406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ofrece Interdato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4264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Soluciones digitales con enfoque operativo, medible y sostenible.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8368" y="21579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61288" y="2130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Sistemas a la medida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61288" y="2441448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Aplicaciones web para capturar, controlar y operar procesos internos.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29535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61288" y="2926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Trazabilidad QR / códigos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3236976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Seguimiento de activos, pallets, documentos, órdenes y evidencias.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" y="374904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61288" y="3721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Dashboards y datos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61288" y="4032504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Indicadores de operación, cumplimiento, costos e incidencias.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" y="454456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61288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Integraciones + IA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61288" y="482803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Conectar sistemas y sumar automatización, alertas e inteligencia visual.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65392" y="5513832"/>
            <a:ext cx="498348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557326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1512"/>
                </a:solidFill>
              </a:rPr>
              <a:t>Objetivo: menos fricción operativa + más trazabilidad + mejores decisiones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54406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Sistemas a la medida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Tecnología diseñada alrededor de los procesos reales de tu empresa.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D38F"/>
                </a:solidFill>
              </a:rPr>
              <a:t>Casos donde aplica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395728"/>
            <a:ext cx="429768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2C40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45516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6EF"/>
                </a:solidFill>
              </a:rPr>
              <a:t>Control de órdenes y servicios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834640"/>
            <a:ext cx="429768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2C40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9407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6EF"/>
                </a:solidFill>
              </a:rPr>
              <a:t>Bitácoras de unidades y mantenimientos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273552"/>
            <a:ext cx="429768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2C40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33298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6EF"/>
                </a:solidFill>
              </a:rPr>
              <a:t>Gestión de evidencias y documentación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712464"/>
            <a:ext cx="429768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2C40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77190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6EF"/>
                </a:solidFill>
              </a:rPr>
              <a:t>Portales para clientes o proveedores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151376"/>
            <a:ext cx="429768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2C40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21081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6EF"/>
                </a:solidFill>
              </a:rPr>
              <a:t>Roles, permisos y flujos de aprobación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37376" y="3730752"/>
            <a:ext cx="502920" cy="0"/>
          </a:xfrm>
          <a:prstGeom prst="line">
            <a:avLst/>
          </a:prstGeom>
          <a:noFill/>
          <a:ln w="20320">
            <a:solidFill>
              <a:srgbClr val="69D38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63256" y="3730752"/>
            <a:ext cx="502920" cy="0"/>
          </a:xfrm>
          <a:prstGeom prst="line">
            <a:avLst/>
          </a:prstGeom>
          <a:noFill/>
          <a:ln w="20320">
            <a:solidFill>
              <a:srgbClr val="69D3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89136" y="3730752"/>
            <a:ext cx="502920" cy="0"/>
          </a:xfrm>
          <a:prstGeom prst="line">
            <a:avLst/>
          </a:prstGeom>
          <a:noFill/>
          <a:ln w="20320">
            <a:solidFill>
              <a:srgbClr val="69D3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77840" y="3154680"/>
            <a:ext cx="987552" cy="1152144"/>
          </a:xfrm>
          <a:prstGeom prst="roundRect">
            <a:avLst>
              <a:gd name="adj" fmla="val 7407"/>
            </a:avLst>
          </a:prstGeom>
          <a:solidFill>
            <a:srgbClr val="69D38F"/>
          </a:solidFill>
          <a:ln w="13970">
            <a:solidFill>
              <a:srgbClr val="69D3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0136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81512"/>
                </a:solidFill>
              </a:rPr>
              <a:t>Captura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5669280" y="368503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81512"/>
                </a:solidFill>
              </a:rPr>
              <a:t>App / formulario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903720" y="3154680"/>
            <a:ext cx="987552" cy="1152144"/>
          </a:xfrm>
          <a:prstGeom prst="roundRect">
            <a:avLst>
              <a:gd name="adj" fmla="val 7407"/>
            </a:avLst>
          </a:prstGeom>
          <a:solidFill>
            <a:srgbClr val="0D1D18"/>
          </a:solidFill>
          <a:ln w="13970">
            <a:solidFill>
              <a:srgbClr val="69D3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86016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6EF"/>
                </a:solidFill>
              </a:rPr>
              <a:t>Validación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995160" y="368503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FB7A8"/>
                </a:solidFill>
              </a:rPr>
              <a:t>Reglas y permisos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229600" y="3154680"/>
            <a:ext cx="987552" cy="1152144"/>
          </a:xfrm>
          <a:prstGeom prst="roundRect">
            <a:avLst>
              <a:gd name="adj" fmla="val 7407"/>
            </a:avLst>
          </a:prstGeom>
          <a:solidFill>
            <a:srgbClr val="0D1D18"/>
          </a:solidFill>
          <a:ln w="13970">
            <a:solidFill>
              <a:srgbClr val="69D3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11896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6EF"/>
                </a:solidFill>
              </a:rPr>
              <a:t>Operación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8321040" y="368503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FB7A8"/>
                </a:solidFill>
              </a:rPr>
              <a:t>Flujo interno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9555480" y="3154680"/>
            <a:ext cx="987552" cy="1152144"/>
          </a:xfrm>
          <a:prstGeom prst="roundRect">
            <a:avLst>
              <a:gd name="adj" fmla="val 7407"/>
            </a:avLst>
          </a:prstGeom>
          <a:solidFill>
            <a:srgbClr val="0D1D18"/>
          </a:solidFill>
          <a:ln w="13970">
            <a:solidFill>
              <a:srgbClr val="69D3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37776" y="34015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8F6EF"/>
                </a:solidFill>
              </a:rPr>
              <a:t>Reporte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9646920" y="368503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FB7A8"/>
                </a:solidFill>
              </a:rPr>
              <a:t>Datos accionables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650992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D38F"/>
                </a:solidFill>
              </a:rPr>
              <a:t>Resultado esperado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50992" y="23591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6EF"/>
                </a:solidFill>
              </a:rPr>
              <a:t>Un sistema que reduce capturas repetidas, ordena responsabilidades y deja evidencia de cada paso importante.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an_left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5806440" y="84124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Trazabilidad con QR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códigos de barras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833872" y="1828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DEECF"/>
                </a:solidFill>
              </a:rPr>
              <a:t>Convierte cada escaneo en evidencia: ubicación, responsable, hora, estado y documentación asociada.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70448" y="28163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73368" y="278892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Pallets y paquetes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73368" y="3099816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Entradas, salidas, cambios de estado y ubicación.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70448" y="360273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73368" y="35753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Unidades y activos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73368" y="3886200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Historial de mantenimiento, inspecciones y responsables.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70448" y="438912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73368" y="43616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Evidencia digital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73368" y="4672584"/>
            <a:ext cx="4526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Fotos, firmas, documentos y validaciones en campo.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70448" y="5577840"/>
            <a:ext cx="512064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0176" y="5637276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1512"/>
                </a:solidFill>
              </a:rPr>
              <a:t>Ejemplo: control de entregas internas con QR + evidencia fotográfica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70448" y="6473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and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658368" y="868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Dashboards para dirigir con datos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BDEECF"/>
                </a:solidFill>
              </a:rPr>
              <a:t>Tableros claros para pasar de “me avisan cuando falle” a “lo vemos antes de que cueste”.</a:t>
            </a:r>
            <a:endParaRPr lang="en-US" sz="1430" dirty="0"/>
          </a:p>
        </p:txBody>
      </p:sp>
      <p:sp>
        <p:nvSpPr>
          <p:cNvPr id="7" name="Shape 4"/>
          <p:cNvSpPr/>
          <p:nvPr/>
        </p:nvSpPr>
        <p:spPr>
          <a:xfrm>
            <a:off x="713232" y="5001768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06120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Entregas a tiempo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2587752" y="5001768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506120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Costos por ruta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462272" y="5001768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506120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Tiempos muertos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13232" y="5440680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5001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Incidencias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2587752" y="5440680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55001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Productividad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462272" y="5440680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202C27">
              <a:alpha val="97000"/>
            </a:srgbClr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550011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6EF"/>
                </a:solidFill>
              </a:rPr>
              <a:t>Inventario crítico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731520" y="59618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Se pueden construir en Power BI o como dashboard web según el caso.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network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658368" y="84124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Integraciones y automatización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85800" y="15727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ECF"/>
                </a:solidFill>
              </a:rPr>
              <a:t>El valor aumenta cuando los sistemas dejan de vivir aislados.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0120" y="283464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" y="28940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ERP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248716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25466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CRM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83464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28940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WhatsApp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248716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25466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Correo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21040" y="283464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30768" y="28940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GPS / Telemática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448056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453999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6EF"/>
                </a:solidFill>
              </a:rPr>
              <a:t>Bases de datos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32688" y="55321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D38F"/>
                </a:solidFill>
              </a:rPr>
              <a:t>APIs · Webhooks · Reportes automáticos · Alertas · Validaciones · Migraciones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right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530352" y="786384"/>
            <a:ext cx="54406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IA con cámaras para almacén y patio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4264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Aplicaciones visuales para detectar, contar, alertar y documentar eventos.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8368" y="235915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61288" y="23317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Racks e inventario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61288" y="264261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Detección visual de ocupación, ubicación o anomalías en anaqueles industriales.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31821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EPP y seguridad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346557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Validación de chaleco, casco o acceso a zonas restringidas.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" y="40050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38F"/>
                </a:solidFill>
              </a:rPr>
              <a:t>03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61288" y="3977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Anomalías operativas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61288" y="4288536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FB7A8"/>
                </a:solidFill>
              </a:rPr>
              <a:t>Alertas por permanencia, bloqueo de zonas, conteo o movimiento inusual.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5440680"/>
            <a:ext cx="507492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5500116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81512"/>
                </a:solidFill>
              </a:rPr>
              <a:t>El piloto puede iniciar con cámaras existentes si cuentan con RTSP/ONVIF.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384048" y="647395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54406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de uso para conversar en la expo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Ideas concretas para identificar oportunidades de proyecto en 10 minutos.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3134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Checklist digital de salida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5968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Inspección de unidad, evidencia, firma y alertas.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187952" y="214884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3134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Control de embarques internos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25968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Escaneo por etapa y trazabilidad por responsable.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726680" y="214884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23134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Portal para clientes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27848" y="25968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Estatus, documentos, reportes y solicitudes.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58368" y="333756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50215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Mantenimiento preventivo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9536" y="3785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Bitácoras, vencimientos, fotografías y órdenes.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187952" y="333756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50215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Dashboard ejecutivo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3785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Indicadores de tiempo, costo, cumplimiento e incidencias.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26680" y="3337560"/>
            <a:ext cx="2971800" cy="896112"/>
          </a:xfrm>
          <a:prstGeom prst="roundRect">
            <a:avLst>
              <a:gd name="adj" fmla="val 8163"/>
            </a:avLst>
          </a:prstGeom>
          <a:solidFill>
            <a:srgbClr val="0D1D18"/>
          </a:solidFill>
          <a:ln w="13970">
            <a:solidFill>
              <a:srgbClr val="2C40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7848" y="350215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8F6EF"/>
                </a:solidFill>
              </a:rPr>
              <a:t>IA para racks / patio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27848" y="3785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9FB7A8"/>
                </a:solidFill>
              </a:rPr>
              <a:t>Detección visual, ocupación, conteo y anomalías.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21792" y="5815584"/>
            <a:ext cx="0" cy="475488"/>
          </a:xfrm>
          <a:prstGeom prst="line">
            <a:avLst/>
          </a:prstGeom>
          <a:noFill/>
          <a:ln w="50800">
            <a:solidFill>
              <a:srgbClr val="69D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806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6EF"/>
                </a:solidFill>
              </a:rPr>
              <a:t>La conversación comercial debe partir de un proceso que duela, no de una herramienta.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544068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implementación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Una forma simple de iniciar sin comprar un sistema enorme desde el día uno.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417320" y="3246120"/>
            <a:ext cx="8778240" cy="0"/>
          </a:xfrm>
          <a:prstGeom prst="line">
            <a:avLst/>
          </a:prstGeom>
          <a:noFill/>
          <a:ln w="27940">
            <a:solidFill>
              <a:srgbClr val="69D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633472"/>
            <a:ext cx="1234440" cy="1234440"/>
          </a:xfrm>
          <a:prstGeom prst="ellipse">
            <a:avLst/>
          </a:prstGeom>
          <a:solidFill>
            <a:srgbClr val="69D38F"/>
          </a:solidFill>
          <a:ln w="19050">
            <a:solidFill>
              <a:srgbClr val="69D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97180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512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6EF"/>
                </a:solidFill>
              </a:rPr>
              <a:t>Diagnóstico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608576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7A8"/>
                </a:solidFill>
              </a:rPr>
              <a:t>Mapear proceso, datos, sistemas y puntos de fricción.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2633472"/>
            <a:ext cx="1234440" cy="1234440"/>
          </a:xfrm>
          <a:prstGeom prst="ellipse">
            <a:avLst/>
          </a:prstGeom>
          <a:solidFill>
            <a:srgbClr val="0D1D18"/>
          </a:solidFill>
          <a:ln w="19050">
            <a:solidFill>
              <a:srgbClr val="69D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297180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6EF"/>
                </a:solidFill>
              </a:rPr>
              <a:t>Piloto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4608576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7A8"/>
                </a:solidFill>
              </a:rPr>
              <a:t>Resolver un caso de uso pequeño, medible y visible.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37960" y="2633472"/>
            <a:ext cx="1234440" cy="1234440"/>
          </a:xfrm>
          <a:prstGeom prst="ellipse">
            <a:avLst/>
          </a:prstGeom>
          <a:solidFill>
            <a:srgbClr val="0D1D18"/>
          </a:solidFill>
          <a:ln w="19050">
            <a:solidFill>
              <a:srgbClr val="69D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297180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6EF"/>
                </a:solidFill>
              </a:rPr>
              <a:t>Sistema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26480" y="4608576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7A8"/>
                </a:solidFill>
              </a:rPr>
              <a:t>Escalar a roles, módulos, integraciones y reportes.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0" y="2633472"/>
            <a:ext cx="1234440" cy="1234440"/>
          </a:xfrm>
          <a:prstGeom prst="ellipse">
            <a:avLst/>
          </a:prstGeom>
          <a:solidFill>
            <a:srgbClr val="0D1D18"/>
          </a:solidFill>
          <a:ln w="19050">
            <a:solidFill>
              <a:srgbClr val="69D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297180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6E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6EF"/>
                </a:solidFill>
              </a:rPr>
              <a:t>Mejora continua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15400" y="4608576"/>
            <a:ext cx="2057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7A8"/>
                </a:solidFill>
              </a:rPr>
              <a:t>Soporte, nuevas funciones, automatizaciones y métricas.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1720" y="5715000"/>
            <a:ext cx="758952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5774436"/>
            <a:ext cx="7370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1512"/>
                </a:solidFill>
              </a:rPr>
              <a:t>Sugerencia comercial: ofrecer un diagnóstico + piloto como primer paso de bajo riesgo.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647395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FB7A8"/>
                </a:solidFill>
              </a:rPr>
              <a:t>interdato.com  |  contacto@interdato.com  |  Monterrey, Nuevo León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yard_full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37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Interdato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874520" y="365760"/>
            <a:ext cx="502920" cy="0"/>
          </a:xfrm>
          <a:prstGeom prst="line">
            <a:avLst/>
          </a:prstGeom>
          <a:noFill/>
          <a:ln w="30480">
            <a:solidFill>
              <a:srgbClr val="69D38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658368" y="1005840"/>
            <a:ext cx="5257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Escanea y agenda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6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diagnóstico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76656" y="226771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DEECF"/>
                </a:solidFill>
              </a:rPr>
              <a:t>Identificamos el proceso con mayor oportunidad de automatización, trazabilidad o visualización de datos.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15200" y="1133856"/>
            <a:ext cx="2907792" cy="2907792"/>
          </a:xfrm>
          <a:prstGeom prst="roundRect">
            <a:avLst>
              <a:gd name="adj" fmla="val 2516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pic>
        <p:nvPicPr>
          <p:cNvPr id="8" name="Image 1" descr="/mnt/data/interdato_logistica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1298448"/>
            <a:ext cx="2578608" cy="2578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4370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8F6EF"/>
                </a:solidFill>
              </a:rPr>
              <a:t>QR configurable a tu landing: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8F6EF"/>
                </a:solidFill>
              </a:rPr>
              <a:t>interdato.com/logistica</a:t>
            </a:r>
            <a:endParaRPr lang="en-US" sz="1120" dirty="0"/>
          </a:p>
        </p:txBody>
      </p:sp>
      <p:sp>
        <p:nvSpPr>
          <p:cNvPr id="10" name="Shape 6"/>
          <p:cNvSpPr/>
          <p:nvPr/>
        </p:nvSpPr>
        <p:spPr>
          <a:xfrm>
            <a:off x="694944" y="397764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" y="4037076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8F6EF"/>
                </a:solidFill>
              </a:rPr>
              <a:t>811 792 4772</a:t>
            </a:r>
            <a:endParaRPr lang="en-US" sz="1040" dirty="0"/>
          </a:p>
        </p:txBody>
      </p:sp>
      <p:sp>
        <p:nvSpPr>
          <p:cNvPr id="12" name="Shape 8"/>
          <p:cNvSpPr/>
          <p:nvPr/>
        </p:nvSpPr>
        <p:spPr>
          <a:xfrm>
            <a:off x="2487168" y="3977640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202C27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96896" y="40370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8F6EF"/>
                </a:solidFill>
              </a:rPr>
              <a:t>contacto@interdato.com</a:t>
            </a:r>
            <a:endParaRPr lang="en-US" sz="1040" dirty="0"/>
          </a:p>
        </p:txBody>
      </p:sp>
      <p:sp>
        <p:nvSpPr>
          <p:cNvPr id="14" name="Shape 10"/>
          <p:cNvSpPr/>
          <p:nvPr/>
        </p:nvSpPr>
        <p:spPr>
          <a:xfrm>
            <a:off x="694944" y="4443984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69D38F"/>
          </a:solidFill>
          <a:ln w="12700">
            <a:solidFill>
              <a:srgbClr val="69D3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450342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81512"/>
                </a:solidFill>
              </a:rPr>
              <a:t>www.interdato.com</a:t>
            </a:r>
            <a:endParaRPr lang="en-US" sz="1040" dirty="0"/>
          </a:p>
        </p:txBody>
      </p:sp>
      <p:sp>
        <p:nvSpPr>
          <p:cNvPr id="16" name="Text 12"/>
          <p:cNvSpPr/>
          <p:nvPr/>
        </p:nvSpPr>
        <p:spPr>
          <a:xfrm>
            <a:off x="685800" y="6263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7A8"/>
                </a:solidFill>
              </a:rPr>
              <a:t>Interdato · Soluciones digitales responsables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Interdato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Interdato | Servicios de TI para logística y transporte</dc:title>
  <dc:subject>Servicios de TI para logística y transporte</dc:subject>
  <dc:creator>Interdato</dc:creator>
  <cp:lastModifiedBy>Interdato</cp:lastModifiedBy>
  <cp:revision>1</cp:revision>
  <dcterms:created xsi:type="dcterms:W3CDTF">2026-05-12T20:12:45Z</dcterms:created>
  <dcterms:modified xsi:type="dcterms:W3CDTF">2026-05-12T20:12:45Z</dcterms:modified>
</cp:coreProperties>
</file>